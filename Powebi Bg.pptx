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802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396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81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9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368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720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101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9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2536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2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3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4D2487-6458-49D9-B294-1F15FED77335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D8186F-73AF-472E-B322-DC7BF8672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03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657226"/>
            <a:ext cx="12161520" cy="7496438"/>
          </a:xfrm>
          <a:prstGeom prst="rect">
            <a:avLst/>
          </a:prstGeom>
          <a:effectLst>
            <a:outerShdw blurRad="774700" dist="50800" dir="5400000" algn="ctr" rotWithShape="0">
              <a:srgbClr val="000000">
                <a:alpha val="47000"/>
              </a:srgbClr>
            </a:outerShdw>
            <a:reflection blurRad="825500" stA="0" endPos="65000" dist="50800" dir="5400000" sy="-100000" algn="bl" rotWithShape="0"/>
          </a:effectLst>
        </p:spPr>
      </p:pic>
      <p:sp>
        <p:nvSpPr>
          <p:cNvPr id="44" name="Freeform 43"/>
          <p:cNvSpPr/>
          <p:nvPr/>
        </p:nvSpPr>
        <p:spPr>
          <a:xfrm>
            <a:off x="91753" y="-566460"/>
            <a:ext cx="21031200" cy="8276164"/>
          </a:xfrm>
          <a:custGeom>
            <a:avLst/>
            <a:gdLst>
              <a:gd name="connsiteX0" fmla="*/ 3311203 w 21037407"/>
              <a:gd name="connsiteY0" fmla="*/ 7264245 h 8276164"/>
              <a:gd name="connsiteX1" fmla="*/ 3415375 w 21037407"/>
              <a:gd name="connsiteY1" fmla="*/ 7264245 h 8276164"/>
              <a:gd name="connsiteX2" fmla="*/ 3415375 w 21037407"/>
              <a:gd name="connsiteY2" fmla="*/ 8276164 h 8276164"/>
              <a:gd name="connsiteX3" fmla="*/ 3311203 w 21037407"/>
              <a:gd name="connsiteY3" fmla="*/ 8276164 h 8276164"/>
              <a:gd name="connsiteX4" fmla="*/ 5453 w 21037407"/>
              <a:gd name="connsiteY4" fmla="*/ 4889122 h 8276164"/>
              <a:gd name="connsiteX5" fmla="*/ 11979886 w 21037407"/>
              <a:gd name="connsiteY5" fmla="*/ 4889122 h 8276164"/>
              <a:gd name="connsiteX6" fmla="*/ 11979886 w 21037407"/>
              <a:gd name="connsiteY6" fmla="*/ 7264245 h 8276164"/>
              <a:gd name="connsiteX7" fmla="*/ 3415375 w 21037407"/>
              <a:gd name="connsiteY7" fmla="*/ 7264245 h 8276164"/>
              <a:gd name="connsiteX8" fmla="*/ 3415375 w 21037407"/>
              <a:gd name="connsiteY8" fmla="*/ 4892884 h 8276164"/>
              <a:gd name="connsiteX9" fmla="*/ 3311203 w 21037407"/>
              <a:gd name="connsiteY9" fmla="*/ 4892884 h 8276164"/>
              <a:gd name="connsiteX10" fmla="*/ 3311203 w 21037407"/>
              <a:gd name="connsiteY10" fmla="*/ 7264245 h 8276164"/>
              <a:gd name="connsiteX11" fmla="*/ 5453 w 21037407"/>
              <a:gd name="connsiteY11" fmla="*/ 7264245 h 8276164"/>
              <a:gd name="connsiteX12" fmla="*/ 11979886 w 21037407"/>
              <a:gd name="connsiteY12" fmla="*/ 4784950 h 8276164"/>
              <a:gd name="connsiteX13" fmla="*/ 21031199 w 21037407"/>
              <a:gd name="connsiteY13" fmla="*/ 4784950 h 8276164"/>
              <a:gd name="connsiteX14" fmla="*/ 21031199 w 21037407"/>
              <a:gd name="connsiteY14" fmla="*/ 4889122 h 8276164"/>
              <a:gd name="connsiteX15" fmla="*/ 11979886 w 21037407"/>
              <a:gd name="connsiteY15" fmla="*/ 4889122 h 8276164"/>
              <a:gd name="connsiteX16" fmla="*/ 7616987 w 21037407"/>
              <a:gd name="connsiteY16" fmla="*/ 4784950 h 8276164"/>
              <a:gd name="connsiteX17" fmla="*/ 7721159 w 21037407"/>
              <a:gd name="connsiteY17" fmla="*/ 4784950 h 8276164"/>
              <a:gd name="connsiteX18" fmla="*/ 7721159 w 21037407"/>
              <a:gd name="connsiteY18" fmla="*/ 4853530 h 8276164"/>
              <a:gd name="connsiteX19" fmla="*/ 7616987 w 21037407"/>
              <a:gd name="connsiteY19" fmla="*/ 4853530 h 8276164"/>
              <a:gd name="connsiteX20" fmla="*/ 3616486 w 21037407"/>
              <a:gd name="connsiteY20" fmla="*/ 4784950 h 8276164"/>
              <a:gd name="connsiteX21" fmla="*/ 3720658 w 21037407"/>
              <a:gd name="connsiteY21" fmla="*/ 4784950 h 8276164"/>
              <a:gd name="connsiteX22" fmla="*/ 3720658 w 21037407"/>
              <a:gd name="connsiteY22" fmla="*/ 4853530 h 8276164"/>
              <a:gd name="connsiteX23" fmla="*/ 3616486 w 21037407"/>
              <a:gd name="connsiteY23" fmla="*/ 4853530 h 8276164"/>
              <a:gd name="connsiteX24" fmla="*/ 0 w 21037407"/>
              <a:gd name="connsiteY24" fmla="*/ 4784950 h 8276164"/>
              <a:gd name="connsiteX25" fmla="*/ 5453 w 21037407"/>
              <a:gd name="connsiteY25" fmla="*/ 4784950 h 8276164"/>
              <a:gd name="connsiteX26" fmla="*/ 5453 w 21037407"/>
              <a:gd name="connsiteY26" fmla="*/ 4889122 h 8276164"/>
              <a:gd name="connsiteX27" fmla="*/ 0 w 21037407"/>
              <a:gd name="connsiteY27" fmla="*/ 4889122 h 8276164"/>
              <a:gd name="connsiteX28" fmla="*/ 7721159 w 21037407"/>
              <a:gd name="connsiteY28" fmla="*/ 1574423 h 8276164"/>
              <a:gd name="connsiteX29" fmla="*/ 11979886 w 21037407"/>
              <a:gd name="connsiteY29" fmla="*/ 1574423 h 8276164"/>
              <a:gd name="connsiteX30" fmla="*/ 11979886 w 21037407"/>
              <a:gd name="connsiteY30" fmla="*/ 4784950 h 8276164"/>
              <a:gd name="connsiteX31" fmla="*/ 7721159 w 21037407"/>
              <a:gd name="connsiteY31" fmla="*/ 4784950 h 8276164"/>
              <a:gd name="connsiteX32" fmla="*/ 3720658 w 21037407"/>
              <a:gd name="connsiteY32" fmla="*/ 1574423 h 8276164"/>
              <a:gd name="connsiteX33" fmla="*/ 7616987 w 21037407"/>
              <a:gd name="connsiteY33" fmla="*/ 1574423 h 8276164"/>
              <a:gd name="connsiteX34" fmla="*/ 7616987 w 21037407"/>
              <a:gd name="connsiteY34" fmla="*/ 4784950 h 8276164"/>
              <a:gd name="connsiteX35" fmla="*/ 3720658 w 21037407"/>
              <a:gd name="connsiteY35" fmla="*/ 4784950 h 8276164"/>
              <a:gd name="connsiteX36" fmla="*/ 11979886 w 21037407"/>
              <a:gd name="connsiteY36" fmla="*/ 1470251 h 8276164"/>
              <a:gd name="connsiteX37" fmla="*/ 18294207 w 21037407"/>
              <a:gd name="connsiteY37" fmla="*/ 1470251 h 8276164"/>
              <a:gd name="connsiteX38" fmla="*/ 18294207 w 21037407"/>
              <a:gd name="connsiteY38" fmla="*/ 1574423 h 8276164"/>
              <a:gd name="connsiteX39" fmla="*/ 11979886 w 21037407"/>
              <a:gd name="connsiteY39" fmla="*/ 1574423 h 8276164"/>
              <a:gd name="connsiteX40" fmla="*/ 10245885 w 21037407"/>
              <a:gd name="connsiteY40" fmla="*/ 1470251 h 8276164"/>
              <a:gd name="connsiteX41" fmla="*/ 10350057 w 21037407"/>
              <a:gd name="connsiteY41" fmla="*/ 1470251 h 8276164"/>
              <a:gd name="connsiteX42" fmla="*/ 10350057 w 21037407"/>
              <a:gd name="connsiteY42" fmla="*/ 1485490 h 8276164"/>
              <a:gd name="connsiteX43" fmla="*/ 10245885 w 21037407"/>
              <a:gd name="connsiteY43" fmla="*/ 1485490 h 8276164"/>
              <a:gd name="connsiteX44" fmla="*/ 7616987 w 21037407"/>
              <a:gd name="connsiteY44" fmla="*/ 1470251 h 8276164"/>
              <a:gd name="connsiteX45" fmla="*/ 7721159 w 21037407"/>
              <a:gd name="connsiteY45" fmla="*/ 1470251 h 8276164"/>
              <a:gd name="connsiteX46" fmla="*/ 7721159 w 21037407"/>
              <a:gd name="connsiteY46" fmla="*/ 1574423 h 8276164"/>
              <a:gd name="connsiteX47" fmla="*/ 7616987 w 21037407"/>
              <a:gd name="connsiteY47" fmla="*/ 1574423 h 8276164"/>
              <a:gd name="connsiteX48" fmla="*/ 3616486 w 21037407"/>
              <a:gd name="connsiteY48" fmla="*/ 1470251 h 8276164"/>
              <a:gd name="connsiteX49" fmla="*/ 3720658 w 21037407"/>
              <a:gd name="connsiteY49" fmla="*/ 1470251 h 8276164"/>
              <a:gd name="connsiteX50" fmla="*/ 3720658 w 21037407"/>
              <a:gd name="connsiteY50" fmla="*/ 1574423 h 8276164"/>
              <a:gd name="connsiteX51" fmla="*/ 3616486 w 21037407"/>
              <a:gd name="connsiteY51" fmla="*/ 1574423 h 8276164"/>
              <a:gd name="connsiteX52" fmla="*/ 10350057 w 21037407"/>
              <a:gd name="connsiteY52" fmla="*/ 583822 h 8276164"/>
              <a:gd name="connsiteX53" fmla="*/ 11979886 w 21037407"/>
              <a:gd name="connsiteY53" fmla="*/ 583822 h 8276164"/>
              <a:gd name="connsiteX54" fmla="*/ 11979886 w 21037407"/>
              <a:gd name="connsiteY54" fmla="*/ 1470251 h 8276164"/>
              <a:gd name="connsiteX55" fmla="*/ 10350057 w 21037407"/>
              <a:gd name="connsiteY55" fmla="*/ 1470251 h 8276164"/>
              <a:gd name="connsiteX56" fmla="*/ 11979886 w 21037407"/>
              <a:gd name="connsiteY56" fmla="*/ 479651 h 8276164"/>
              <a:gd name="connsiteX57" fmla="*/ 21037407 w 21037407"/>
              <a:gd name="connsiteY57" fmla="*/ 479651 h 8276164"/>
              <a:gd name="connsiteX58" fmla="*/ 21037407 w 21037407"/>
              <a:gd name="connsiteY58" fmla="*/ 583822 h 8276164"/>
              <a:gd name="connsiteX59" fmla="*/ 11979886 w 21037407"/>
              <a:gd name="connsiteY59" fmla="*/ 583822 h 8276164"/>
              <a:gd name="connsiteX60" fmla="*/ 10245885 w 21037407"/>
              <a:gd name="connsiteY60" fmla="*/ 479651 h 8276164"/>
              <a:gd name="connsiteX61" fmla="*/ 10350057 w 21037407"/>
              <a:gd name="connsiteY61" fmla="*/ 479651 h 8276164"/>
              <a:gd name="connsiteX62" fmla="*/ 10350057 w 21037407"/>
              <a:gd name="connsiteY62" fmla="*/ 583822 h 8276164"/>
              <a:gd name="connsiteX63" fmla="*/ 10245885 w 21037407"/>
              <a:gd name="connsiteY63" fmla="*/ 583822 h 8276164"/>
              <a:gd name="connsiteX64" fmla="*/ 5453 w 21037407"/>
              <a:gd name="connsiteY64" fmla="*/ 0 h 8276164"/>
              <a:gd name="connsiteX65" fmla="*/ 11979886 w 21037407"/>
              <a:gd name="connsiteY65" fmla="*/ 0 h 8276164"/>
              <a:gd name="connsiteX66" fmla="*/ 11979886 w 21037407"/>
              <a:gd name="connsiteY66" fmla="*/ 479651 h 8276164"/>
              <a:gd name="connsiteX67" fmla="*/ 10350057 w 21037407"/>
              <a:gd name="connsiteY67" fmla="*/ 479651 h 8276164"/>
              <a:gd name="connsiteX68" fmla="*/ 10350057 w 21037407"/>
              <a:gd name="connsiteY68" fmla="*/ 479650 h 8276164"/>
              <a:gd name="connsiteX69" fmla="*/ 10245885 w 21037407"/>
              <a:gd name="connsiteY69" fmla="*/ 479650 h 8276164"/>
              <a:gd name="connsiteX70" fmla="*/ 10245885 w 21037407"/>
              <a:gd name="connsiteY70" fmla="*/ 479651 h 8276164"/>
              <a:gd name="connsiteX71" fmla="*/ 6210 w 21037407"/>
              <a:gd name="connsiteY71" fmla="*/ 479651 h 8276164"/>
              <a:gd name="connsiteX72" fmla="*/ 6210 w 21037407"/>
              <a:gd name="connsiteY72" fmla="*/ 583822 h 8276164"/>
              <a:gd name="connsiteX73" fmla="*/ 10245885 w 21037407"/>
              <a:gd name="connsiteY73" fmla="*/ 583822 h 8276164"/>
              <a:gd name="connsiteX74" fmla="*/ 10245885 w 21037407"/>
              <a:gd name="connsiteY74" fmla="*/ 1470251 h 8276164"/>
              <a:gd name="connsiteX75" fmla="*/ 7721159 w 21037407"/>
              <a:gd name="connsiteY75" fmla="*/ 1470251 h 8276164"/>
              <a:gd name="connsiteX76" fmla="*/ 7721159 w 21037407"/>
              <a:gd name="connsiteY76" fmla="*/ 1470250 h 8276164"/>
              <a:gd name="connsiteX77" fmla="*/ 7616987 w 21037407"/>
              <a:gd name="connsiteY77" fmla="*/ 1470250 h 8276164"/>
              <a:gd name="connsiteX78" fmla="*/ 7616987 w 21037407"/>
              <a:gd name="connsiteY78" fmla="*/ 1470251 h 8276164"/>
              <a:gd name="connsiteX79" fmla="*/ 3720658 w 21037407"/>
              <a:gd name="connsiteY79" fmla="*/ 1470251 h 8276164"/>
              <a:gd name="connsiteX80" fmla="*/ 3720658 w 21037407"/>
              <a:gd name="connsiteY80" fmla="*/ 1470250 h 8276164"/>
              <a:gd name="connsiteX81" fmla="*/ 3616486 w 21037407"/>
              <a:gd name="connsiteY81" fmla="*/ 1470250 h 8276164"/>
              <a:gd name="connsiteX82" fmla="*/ 3616486 w 21037407"/>
              <a:gd name="connsiteY82" fmla="*/ 1470251 h 8276164"/>
              <a:gd name="connsiteX83" fmla="*/ 6210 w 21037407"/>
              <a:gd name="connsiteY83" fmla="*/ 1470251 h 8276164"/>
              <a:gd name="connsiteX84" fmla="*/ 6210 w 21037407"/>
              <a:gd name="connsiteY84" fmla="*/ 1574423 h 8276164"/>
              <a:gd name="connsiteX85" fmla="*/ 3616486 w 21037407"/>
              <a:gd name="connsiteY85" fmla="*/ 1574423 h 8276164"/>
              <a:gd name="connsiteX86" fmla="*/ 3616486 w 21037407"/>
              <a:gd name="connsiteY86" fmla="*/ 4784950 h 8276164"/>
              <a:gd name="connsiteX87" fmla="*/ 5453 w 21037407"/>
              <a:gd name="connsiteY87" fmla="*/ 4784950 h 8276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21037407" h="8276164">
                <a:moveTo>
                  <a:pt x="3311203" y="7264245"/>
                </a:moveTo>
                <a:lnTo>
                  <a:pt x="3415375" y="7264245"/>
                </a:lnTo>
                <a:lnTo>
                  <a:pt x="3415375" y="8276164"/>
                </a:lnTo>
                <a:lnTo>
                  <a:pt x="3311203" y="8276164"/>
                </a:lnTo>
                <a:close/>
                <a:moveTo>
                  <a:pt x="5453" y="4889122"/>
                </a:moveTo>
                <a:lnTo>
                  <a:pt x="11979886" y="4889122"/>
                </a:lnTo>
                <a:lnTo>
                  <a:pt x="11979886" y="7264245"/>
                </a:lnTo>
                <a:lnTo>
                  <a:pt x="3415375" y="7264245"/>
                </a:lnTo>
                <a:lnTo>
                  <a:pt x="3415375" y="4892884"/>
                </a:lnTo>
                <a:lnTo>
                  <a:pt x="3311203" y="4892884"/>
                </a:lnTo>
                <a:lnTo>
                  <a:pt x="3311203" y="7264245"/>
                </a:lnTo>
                <a:lnTo>
                  <a:pt x="5453" y="7264245"/>
                </a:lnTo>
                <a:close/>
                <a:moveTo>
                  <a:pt x="11979886" y="4784950"/>
                </a:moveTo>
                <a:lnTo>
                  <a:pt x="21031199" y="4784950"/>
                </a:lnTo>
                <a:lnTo>
                  <a:pt x="21031199" y="4889122"/>
                </a:lnTo>
                <a:lnTo>
                  <a:pt x="11979886" y="4889122"/>
                </a:lnTo>
                <a:close/>
                <a:moveTo>
                  <a:pt x="7616987" y="4784950"/>
                </a:moveTo>
                <a:lnTo>
                  <a:pt x="7721159" y="4784950"/>
                </a:lnTo>
                <a:lnTo>
                  <a:pt x="7721159" y="4853530"/>
                </a:lnTo>
                <a:lnTo>
                  <a:pt x="7616987" y="4853530"/>
                </a:lnTo>
                <a:close/>
                <a:moveTo>
                  <a:pt x="3616486" y="4784950"/>
                </a:moveTo>
                <a:lnTo>
                  <a:pt x="3720658" y="4784950"/>
                </a:lnTo>
                <a:lnTo>
                  <a:pt x="3720658" y="4853530"/>
                </a:lnTo>
                <a:lnTo>
                  <a:pt x="3616486" y="4853530"/>
                </a:lnTo>
                <a:close/>
                <a:moveTo>
                  <a:pt x="0" y="4784950"/>
                </a:moveTo>
                <a:lnTo>
                  <a:pt x="5453" y="4784950"/>
                </a:lnTo>
                <a:lnTo>
                  <a:pt x="5453" y="4889122"/>
                </a:lnTo>
                <a:lnTo>
                  <a:pt x="0" y="4889122"/>
                </a:lnTo>
                <a:close/>
                <a:moveTo>
                  <a:pt x="7721159" y="1574423"/>
                </a:moveTo>
                <a:lnTo>
                  <a:pt x="11979886" y="1574423"/>
                </a:lnTo>
                <a:lnTo>
                  <a:pt x="11979886" y="4784950"/>
                </a:lnTo>
                <a:lnTo>
                  <a:pt x="7721159" y="4784950"/>
                </a:lnTo>
                <a:close/>
                <a:moveTo>
                  <a:pt x="3720658" y="1574423"/>
                </a:moveTo>
                <a:lnTo>
                  <a:pt x="7616987" y="1574423"/>
                </a:lnTo>
                <a:lnTo>
                  <a:pt x="7616987" y="4784950"/>
                </a:lnTo>
                <a:lnTo>
                  <a:pt x="3720658" y="4784950"/>
                </a:lnTo>
                <a:close/>
                <a:moveTo>
                  <a:pt x="11979886" y="1470251"/>
                </a:moveTo>
                <a:lnTo>
                  <a:pt x="18294207" y="1470251"/>
                </a:lnTo>
                <a:lnTo>
                  <a:pt x="18294207" y="1574423"/>
                </a:lnTo>
                <a:lnTo>
                  <a:pt x="11979886" y="1574423"/>
                </a:lnTo>
                <a:close/>
                <a:moveTo>
                  <a:pt x="10245885" y="1470251"/>
                </a:moveTo>
                <a:lnTo>
                  <a:pt x="10350057" y="1470251"/>
                </a:lnTo>
                <a:lnTo>
                  <a:pt x="10350057" y="1485490"/>
                </a:lnTo>
                <a:lnTo>
                  <a:pt x="10245885" y="1485490"/>
                </a:lnTo>
                <a:close/>
                <a:moveTo>
                  <a:pt x="7616987" y="1470251"/>
                </a:moveTo>
                <a:lnTo>
                  <a:pt x="7721159" y="1470251"/>
                </a:lnTo>
                <a:lnTo>
                  <a:pt x="7721159" y="1574423"/>
                </a:lnTo>
                <a:lnTo>
                  <a:pt x="7616987" y="1574423"/>
                </a:lnTo>
                <a:close/>
                <a:moveTo>
                  <a:pt x="3616486" y="1470251"/>
                </a:moveTo>
                <a:lnTo>
                  <a:pt x="3720658" y="1470251"/>
                </a:lnTo>
                <a:lnTo>
                  <a:pt x="3720658" y="1574423"/>
                </a:lnTo>
                <a:lnTo>
                  <a:pt x="3616486" y="1574423"/>
                </a:lnTo>
                <a:close/>
                <a:moveTo>
                  <a:pt x="10350057" y="583822"/>
                </a:moveTo>
                <a:lnTo>
                  <a:pt x="11979886" y="583822"/>
                </a:lnTo>
                <a:lnTo>
                  <a:pt x="11979886" y="1470251"/>
                </a:lnTo>
                <a:lnTo>
                  <a:pt x="10350057" y="1470251"/>
                </a:lnTo>
                <a:close/>
                <a:moveTo>
                  <a:pt x="11979886" y="479651"/>
                </a:moveTo>
                <a:lnTo>
                  <a:pt x="21037407" y="479651"/>
                </a:lnTo>
                <a:lnTo>
                  <a:pt x="21037407" y="583822"/>
                </a:lnTo>
                <a:lnTo>
                  <a:pt x="11979886" y="583822"/>
                </a:lnTo>
                <a:close/>
                <a:moveTo>
                  <a:pt x="10245885" y="479651"/>
                </a:moveTo>
                <a:lnTo>
                  <a:pt x="10350057" y="479651"/>
                </a:lnTo>
                <a:lnTo>
                  <a:pt x="10350057" y="583822"/>
                </a:lnTo>
                <a:lnTo>
                  <a:pt x="10245885" y="583822"/>
                </a:lnTo>
                <a:close/>
                <a:moveTo>
                  <a:pt x="5453" y="0"/>
                </a:moveTo>
                <a:lnTo>
                  <a:pt x="11979886" y="0"/>
                </a:lnTo>
                <a:lnTo>
                  <a:pt x="11979886" y="479651"/>
                </a:lnTo>
                <a:lnTo>
                  <a:pt x="10350057" y="479651"/>
                </a:lnTo>
                <a:lnTo>
                  <a:pt x="10350057" y="479650"/>
                </a:lnTo>
                <a:lnTo>
                  <a:pt x="10245885" y="479650"/>
                </a:lnTo>
                <a:lnTo>
                  <a:pt x="10245885" y="479651"/>
                </a:lnTo>
                <a:lnTo>
                  <a:pt x="6210" y="479651"/>
                </a:lnTo>
                <a:lnTo>
                  <a:pt x="6210" y="583822"/>
                </a:lnTo>
                <a:lnTo>
                  <a:pt x="10245885" y="583822"/>
                </a:lnTo>
                <a:lnTo>
                  <a:pt x="10245885" y="1470251"/>
                </a:lnTo>
                <a:lnTo>
                  <a:pt x="7721159" y="1470251"/>
                </a:lnTo>
                <a:lnTo>
                  <a:pt x="7721159" y="1470250"/>
                </a:lnTo>
                <a:lnTo>
                  <a:pt x="7616987" y="1470250"/>
                </a:lnTo>
                <a:lnTo>
                  <a:pt x="7616987" y="1470251"/>
                </a:lnTo>
                <a:lnTo>
                  <a:pt x="3720658" y="1470251"/>
                </a:lnTo>
                <a:lnTo>
                  <a:pt x="3720658" y="1470250"/>
                </a:lnTo>
                <a:lnTo>
                  <a:pt x="3616486" y="1470250"/>
                </a:lnTo>
                <a:lnTo>
                  <a:pt x="3616486" y="1470251"/>
                </a:lnTo>
                <a:lnTo>
                  <a:pt x="6210" y="1470251"/>
                </a:lnTo>
                <a:lnTo>
                  <a:pt x="6210" y="1574423"/>
                </a:lnTo>
                <a:lnTo>
                  <a:pt x="3616486" y="1574423"/>
                </a:lnTo>
                <a:lnTo>
                  <a:pt x="3616486" y="4784950"/>
                </a:lnTo>
                <a:lnTo>
                  <a:pt x="5453" y="47849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22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16</cp:revision>
  <dcterms:created xsi:type="dcterms:W3CDTF">2026-04-24T10:25:19Z</dcterms:created>
  <dcterms:modified xsi:type="dcterms:W3CDTF">2026-04-24T11:28:33Z</dcterms:modified>
</cp:coreProperties>
</file>